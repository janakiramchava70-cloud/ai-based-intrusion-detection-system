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0693400" cy="7562850"/>
  <p:notesSz cx="10693400" cy="7562850"/>
  <p:defaultTextStyle>
    <a:defPPr>
      <a:defRPr lang="de-DE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75"/>
    <p:restoredTop sz="94650"/>
  </p:normalViewPr>
  <p:slideViewPr>
    <p:cSldViewPr>
      <p:cViewPr varScale="1">
        <p:scale>
          <a:sx n="109" d="100"/>
          <a:sy n="109" d="100"/>
        </p:scale>
        <p:origin x="1328" y="1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Notes Placeholder">
            <a:extLst>
              <a:ext uri="{FF2B5EF4-FFF2-40B4-BE49-F238E27FC236}">
                <a16:creationId xmlns:a16="http://schemas.microsoft.com/office/drawing/2014/main" id="{7BBBC43E-2991-0424-5901-07B09020AE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Notes Placeholder">
            <a:extLst>
              <a:ext uri="{FF2B5EF4-FFF2-40B4-BE49-F238E27FC236}">
                <a16:creationId xmlns:a16="http://schemas.microsoft.com/office/drawing/2014/main" id="{C5E3F106-19E6-EA26-3C4C-438525CEECD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Notes Placeholder">
            <a:extLst>
              <a:ext uri="{FF2B5EF4-FFF2-40B4-BE49-F238E27FC236}">
                <a16:creationId xmlns:a16="http://schemas.microsoft.com/office/drawing/2014/main" id="{E854B812-6FA6-8796-F872-02D644AE8A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Notes Placeholder">
            <a:extLst>
              <a:ext uri="{FF2B5EF4-FFF2-40B4-BE49-F238E27FC236}">
                <a16:creationId xmlns:a16="http://schemas.microsoft.com/office/drawing/2014/main" id="{6AAC1C18-2A74-5366-39A1-2393350AEA9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Notes Placeholder">
            <a:extLst>
              <a:ext uri="{FF2B5EF4-FFF2-40B4-BE49-F238E27FC236}">
                <a16:creationId xmlns:a16="http://schemas.microsoft.com/office/drawing/2014/main" id="{EC639D27-5A75-2C97-C750-7A78CEE1769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-2147483648" y="-2147483648"/>
            <a:ext cx="0" cy="0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79" cy="18907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5B8FABF4-49E7-2338-1390-088F051F65D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1D6FCF7B-1EEC-DC91-3A82-90DC1E38A16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FA5945-2EF6-234C-993D-98AF7F67E46D}" type="datetimeFigureOut">
              <a:rPr lang="en-US"/>
              <a:pPr>
                <a:defRPr/>
              </a:pPr>
              <a:t>11/13/23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B4F72FE7-33C3-3EDE-4BB0-E4D7FC5E2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F88C8B-B2D6-3447-8397-6C02093EEFC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9761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893B19B2-F37F-C344-8A26-2DBA607430A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252D8782-D3B2-1A17-E1D2-E9C2B7154BC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579E00-0CF0-0A4D-8A4C-6F1E9DF2C504}" type="datetimeFigureOut">
              <a:rPr lang="en-US"/>
              <a:pPr>
                <a:defRPr/>
              </a:pPr>
              <a:t>11/13/23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815CD0CE-536A-597D-A042-16AA329AA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029613D-1FC2-1748-813C-AE71E5BDAD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49443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07100" y="1739455"/>
            <a:ext cx="4651629" cy="4991481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4">
            <a:extLst>
              <a:ext uri="{FF2B5EF4-FFF2-40B4-BE49-F238E27FC236}">
                <a16:creationId xmlns:a16="http://schemas.microsoft.com/office/drawing/2014/main" id="{1E7BA1E3-7A35-ED0E-629E-E4C87E22921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Holder 5">
            <a:extLst>
              <a:ext uri="{FF2B5EF4-FFF2-40B4-BE49-F238E27FC236}">
                <a16:creationId xmlns:a16="http://schemas.microsoft.com/office/drawing/2014/main" id="{2070ED4D-A5EE-2459-9ADB-3972B54B114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4E4B15-3DC9-E547-9D1C-F3CF15539099}" type="datetimeFigureOut">
              <a:rPr lang="en-US"/>
              <a:pPr>
                <a:defRPr/>
              </a:pPr>
              <a:t>11/13/23</a:t>
            </a:fld>
            <a:endParaRPr lang="en-US"/>
          </a:p>
        </p:txBody>
      </p:sp>
      <p:sp>
        <p:nvSpPr>
          <p:cNvPr id="7" name="Holder 6">
            <a:extLst>
              <a:ext uri="{FF2B5EF4-FFF2-40B4-BE49-F238E27FC236}">
                <a16:creationId xmlns:a16="http://schemas.microsoft.com/office/drawing/2014/main" id="{374C3AD6-9A8E-AEB2-8ACE-E0556FFB2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265FFA8-2E55-BF48-B806-64ABC241DA2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0670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4">
            <a:extLst>
              <a:ext uri="{FF2B5EF4-FFF2-40B4-BE49-F238E27FC236}">
                <a16:creationId xmlns:a16="http://schemas.microsoft.com/office/drawing/2014/main" id="{1D65956C-AF5D-9DAC-8B33-03CA3BF16E2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Holder 5">
            <a:extLst>
              <a:ext uri="{FF2B5EF4-FFF2-40B4-BE49-F238E27FC236}">
                <a16:creationId xmlns:a16="http://schemas.microsoft.com/office/drawing/2014/main" id="{69DFA63F-0366-3FDD-D0D0-11D30E3EDA7B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4E4693-54C5-CB46-8179-AAFF9865DAE2}" type="datetimeFigureOut">
              <a:rPr lang="en-US"/>
              <a:pPr>
                <a:defRPr/>
              </a:pPr>
              <a:t>11/13/23</a:t>
            </a:fld>
            <a:endParaRPr lang="en-US"/>
          </a:p>
        </p:txBody>
      </p:sp>
      <p:sp>
        <p:nvSpPr>
          <p:cNvPr id="5" name="Holder 6">
            <a:extLst>
              <a:ext uri="{FF2B5EF4-FFF2-40B4-BE49-F238E27FC236}">
                <a16:creationId xmlns:a16="http://schemas.microsoft.com/office/drawing/2014/main" id="{C82F01EE-B37D-9A53-F26D-C9EF42F93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7ED38B1-5EEA-DB4C-A53E-F20B27091FD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309611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4">
            <a:extLst>
              <a:ext uri="{FF2B5EF4-FFF2-40B4-BE49-F238E27FC236}">
                <a16:creationId xmlns:a16="http://schemas.microsoft.com/office/drawing/2014/main" id="{C8A42013-443B-163F-5039-F02A79B8D09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3" name="Holder 5">
            <a:extLst>
              <a:ext uri="{FF2B5EF4-FFF2-40B4-BE49-F238E27FC236}">
                <a16:creationId xmlns:a16="http://schemas.microsoft.com/office/drawing/2014/main" id="{87DB2B1A-F629-5452-A035-61C8C37F21B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3F7778-77BC-7546-BC96-C6DEAFD859BC}" type="datetimeFigureOut">
              <a:rPr lang="en-US"/>
              <a:pPr>
                <a:defRPr/>
              </a:pPr>
              <a:t>11/13/23</a:t>
            </a:fld>
            <a:endParaRPr lang="en-US"/>
          </a:p>
        </p:txBody>
      </p:sp>
      <p:sp>
        <p:nvSpPr>
          <p:cNvPr id="4" name="Holder 6">
            <a:extLst>
              <a:ext uri="{FF2B5EF4-FFF2-40B4-BE49-F238E27FC236}">
                <a16:creationId xmlns:a16="http://schemas.microsoft.com/office/drawing/2014/main" id="{6F137716-2FEC-661B-2E45-39CE7DD86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2E92521-3886-6F43-A5BE-E67F53A59C9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751611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Holder 2">
            <a:extLst>
              <a:ext uri="{FF2B5EF4-FFF2-40B4-BE49-F238E27FC236}">
                <a16:creationId xmlns:a16="http://schemas.microsoft.com/office/drawing/2014/main" id="{5D11C2A2-6131-9AA9-62BA-C1BDCF5ED7AC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534988" y="303213"/>
            <a:ext cx="9623425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1027" name="Holder 3">
            <a:extLst>
              <a:ext uri="{FF2B5EF4-FFF2-40B4-BE49-F238E27FC236}">
                <a16:creationId xmlns:a16="http://schemas.microsoft.com/office/drawing/2014/main" id="{04811CD8-C650-79BE-E819-2C2F94582A2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534988" y="1739900"/>
            <a:ext cx="9623425" cy="4991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endParaRPr lang="en-US" altLang="en-US"/>
          </a:p>
        </p:txBody>
      </p:sp>
      <p:sp>
        <p:nvSpPr>
          <p:cNvPr id="4" name="Holder 4">
            <a:extLst>
              <a:ext uri="{FF2B5EF4-FFF2-40B4-BE49-F238E27FC236}">
                <a16:creationId xmlns:a16="http://schemas.microsoft.com/office/drawing/2014/main" id="{962591C5-385C-1F9C-3412-F7E03BAEB57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635375" y="7034213"/>
            <a:ext cx="3422650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" name="Holder 5">
            <a:extLst>
              <a:ext uri="{FF2B5EF4-FFF2-40B4-BE49-F238E27FC236}">
                <a16:creationId xmlns:a16="http://schemas.microsoft.com/office/drawing/2014/main" id="{FFC8A80A-7F00-3070-D720-D7A717D53EEA}"/>
              </a:ext>
            </a:extLst>
          </p:cNvPr>
          <p:cNvSpPr>
            <a:spLocks noGrp="1"/>
          </p:cNvSpPr>
          <p:nvPr>
            <p:ph type="dt" sz="half" idx="6"/>
          </p:nvPr>
        </p:nvSpPr>
        <p:spPr>
          <a:xfrm>
            <a:off x="534988" y="7034213"/>
            <a:ext cx="2459037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5BF27D6C-8C0F-804D-8E0F-39E462688519}" type="datetimeFigureOut">
              <a:rPr lang="en-US"/>
              <a:pPr>
                <a:defRPr/>
              </a:pPr>
              <a:t>11/13/23</a:t>
            </a:fld>
            <a:endParaRPr lang="en-US"/>
          </a:p>
        </p:txBody>
      </p:sp>
      <p:sp>
        <p:nvSpPr>
          <p:cNvPr id="6" name="Holder 6">
            <a:extLst>
              <a:ext uri="{FF2B5EF4-FFF2-40B4-BE49-F238E27FC236}">
                <a16:creationId xmlns:a16="http://schemas.microsoft.com/office/drawing/2014/main" id="{C77E066A-C6B3-4A61-47F1-B4C581611FF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>
          <a:xfrm>
            <a:off x="7699375" y="7034213"/>
            <a:ext cx="2459038" cy="377825"/>
          </a:xfrm>
          <a:prstGeom prst="rect">
            <a:avLst/>
          </a:prstGeo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algn="r">
              <a:defRPr>
                <a:solidFill>
                  <a:srgbClr val="898989"/>
                </a:solidFill>
              </a:defRPr>
            </a:lvl1pPr>
          </a:lstStyle>
          <a:p>
            <a:fld id="{EEB92871-6ED5-1A43-8A52-A1857FDBE439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>
          <a:solidFill>
            <a:schemeClr val="tx2"/>
          </a:solidFill>
          <a:latin typeface="Calibri" panose="020F0502020204030204" pitchFamily="34" charset="0"/>
        </a:defRPr>
      </a:lvl9pPr>
    </p:titleStyle>
    <p:bodyStyle>
      <a:lvl1pPr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0" fontAlgn="base" hangingPunct="0">
        <a:spcBef>
          <a:spcPct val="20000"/>
        </a:spcBef>
        <a:spcAft>
          <a:spcPct val="0"/>
        </a:spcAft>
        <a:defRPr>
          <a:solidFill>
            <a:schemeClr val="tx1"/>
          </a:solidFill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object 2">
            <a:extLst>
              <a:ext uri="{FF2B5EF4-FFF2-40B4-BE49-F238E27FC236}">
                <a16:creationId xmlns:a16="http://schemas.microsoft.com/office/drawing/2014/main" id="{57A89A53-E437-DD3A-E256-6306E22EEB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7562849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object 2">
            <a:extLst>
              <a:ext uri="{FF2B5EF4-FFF2-40B4-BE49-F238E27FC236}">
                <a16:creationId xmlns:a16="http://schemas.microsoft.com/office/drawing/2014/main" id="{427DAC6F-5078-43DB-3BF9-FDFF25355A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75628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object 2">
            <a:extLst>
              <a:ext uri="{FF2B5EF4-FFF2-40B4-BE49-F238E27FC236}">
                <a16:creationId xmlns:a16="http://schemas.microsoft.com/office/drawing/2014/main" id="{8ABE2AC5-8864-D19F-D7C0-5C9BF404A3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7562850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object 2">
            <a:extLst>
              <a:ext uri="{FF2B5EF4-FFF2-40B4-BE49-F238E27FC236}">
                <a16:creationId xmlns:a16="http://schemas.microsoft.com/office/drawing/2014/main" id="{C1B86846-C138-81C6-F5E4-93DE56DF40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7562849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object 2">
            <a:extLst>
              <a:ext uri="{FF2B5EF4-FFF2-40B4-BE49-F238E27FC236}">
                <a16:creationId xmlns:a16="http://schemas.microsoft.com/office/drawing/2014/main" id="{E34BA405-FEFD-C6BC-0D17-1D3C57712E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0691813" cy="7562849"/>
          </a:xfrm>
          <a:prstGeom prst="rect">
            <a:avLst/>
          </a:prstGeom>
          <a:blipFill dpi="0" rotWithShape="1">
            <a:blip r:embed="rId3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Microsoft Macintosh PowerPoint</Application>
  <PresentationFormat>Custom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VANGARI ANEMESH CHANDRA 20071A0457</cp:lastModifiedBy>
  <cp:revision>2</cp:revision>
  <dcterms:created xsi:type="dcterms:W3CDTF">2023-11-13T06:54:56Z</dcterms:created>
  <dcterms:modified xsi:type="dcterms:W3CDTF">2023-11-13T05:59:58Z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2023-11-13T00:00:00Z</vt:filetime>
  </property>
  <property fmtid="{D5CDD505-2E9C-101B-9397-08002B2CF9AE}" pid="3" name="LastSaved">
    <vt:filetime>2023-11-13T00:00:00Z</vt:filetime>
  </property>
</Properties>
</file>